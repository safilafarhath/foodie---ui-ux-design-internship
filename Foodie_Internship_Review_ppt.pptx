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REVIEW  |  IT3711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 Design of Foodie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Web Application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Safila Farhath A S – 810023205023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UCE (BIT Campus), Anna University, Tiruchirappalli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Wave Technology, Tiruchirappalli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0703" y="1005840"/>
            <a:ext cx="3117474" cy="2990088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72999" y="108813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5601015" y="108813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5729031" y="108813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/home/claude/im/s-0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711" y="1280160"/>
            <a:ext cx="2989458" cy="2651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25780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3200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572768"/>
            <a:ext cx="35661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internship at Media Wave Technology, Trichy (15 Jun – 15 Jul 2026)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Foodie – a food delivery web application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discover restaurants, search food, order, pay and track delivery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Figma with a user-centered approach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UI/UX design of the screens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3200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72768"/>
            <a:ext cx="35661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professional UI/UX workflows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and competitor analysis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and user flows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and high-fidelity UI in Figma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design system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problem-solving and communication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Profile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1737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Wave Technology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572768"/>
            <a:ext cx="3566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company in Tiruchirappalli, Tamil Nadu. Services: Web &amp; Mobile App Development, UI/UX Design, Digital Marketing, Graphic Design, Software Testing, Maintenance.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6400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provider of innovative, reliable, high-quality digital solutions.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19456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331720"/>
            <a:ext cx="54864" cy="6400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670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design, modern technologies, continuous learning, excellent service.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29000"/>
            <a:ext cx="54864" cy="10058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Structure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76732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Director  →  Project Manager  →  Team Lead  →  UI/UX Designers · Frontend · Backend · QA Engineers  →  Interns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Journey – 30 Days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1417320"/>
            <a:ext cx="676656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280160"/>
            <a:ext cx="274320" cy="27432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5F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874520" cy="2514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94560"/>
            <a:ext cx="54864" cy="22402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532888"/>
            <a:ext cx="15087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requirements, competitor analysis, user research, personas, user 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280160"/>
            <a:ext cx="274320" cy="27432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5F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7–10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6040" y="2057400"/>
            <a:ext cx="1874520" cy="2514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06040" y="2194560"/>
            <a:ext cx="54864" cy="22402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34640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2532888"/>
            <a:ext cx="15087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wireframes, mentor review, design system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1280160"/>
            <a:ext cx="274320" cy="27432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5FB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11–23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1874520" cy="2514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94560"/>
            <a:ext cx="54864" cy="22402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92040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532888"/>
            <a:ext cx="15087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Home, Categories, Restaurants, Offers, Cart, Payment, Tracking, Support, Profile, Wishlist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1280160"/>
            <a:ext cx="274320" cy="274320"/>
          </a:xfrm>
          <a:prstGeom prst="ellipse">
            <a:avLst/>
          </a:prstGeom>
          <a:solidFill>
            <a:srgbClr val="0E7C7B"/>
          </a:solidFill>
          <a:ln w="38100">
            <a:solidFill>
              <a:srgbClr val="F5F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08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24–30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20840" y="2057400"/>
            <a:ext cx="1874520" cy="25146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20840" y="2194560"/>
            <a:ext cx="54864" cy="22402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49440" y="21488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Finalize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2532888"/>
            <a:ext cx="150876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review and refinement, responsive check, final screens, documentation,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Solution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DECEA"/>
          </a:solidFill>
          <a:ln w="9525">
            <a:solidFill>
              <a:srgbClr val="FDEC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3200400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3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food delivery apps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572768"/>
            <a:ext cx="35661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Too many screens to place one order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Inconsistent, complicated navigation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Weak search and filters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Long, confusing checkout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Unclear payment options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Unclear order tracking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8F5EC"/>
          </a:solidFill>
          <a:ln w="9525">
            <a:solidFill>
              <a:srgbClr val="E8F5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3200400"/>
          </a:xfrm>
          <a:prstGeom prst="rect">
            <a:avLst/>
          </a:prstGeom>
          <a:solidFill>
            <a:srgbClr val="1E8E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design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72768"/>
            <a:ext cx="35661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Simple, consistent navigation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Prominent search and categories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restaurant and food details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cart and checkout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Understandable payment options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Status and delivery in one place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Reusable components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Process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users and pain points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185416" y="1371600"/>
            <a:ext cx="731520" cy="73152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85416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911096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11096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design problems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547872" y="137160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47872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73552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layouts and navigation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10328" y="1371600"/>
            <a:ext cx="731520" cy="73152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10328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36008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hierarchy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72784" y="137160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72784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5998464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98464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Colour, type, icons, components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35240" y="1371600"/>
            <a:ext cx="731520" cy="73152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352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Refine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2651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and UI review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794760"/>
            <a:ext cx="54864" cy="5486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is linked to user needs and observed pain points.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Research &amp; Persona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57276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 · Competitor analysis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surveys · Observing existing apps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3931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63240"/>
            <a:ext cx="54864" cy="1371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40156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 navigation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search and secure payment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tracking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32588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Kumar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College Student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1945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quickly, find nearby restaurants, track delivery, save favourites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UI, fast checkout, multiple payments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 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layouts, slow ordering, difficult restaurant search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Flow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19072" y="13716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920240" y="13716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965960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Sign Up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13716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37560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13716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09160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Select Restaurant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33872" y="13716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080760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Food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13716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06640" y="13716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52360" y="13716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7432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9436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719072" y="27432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920240" y="27432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96596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090672" y="27432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291840" y="27432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333756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462272" y="27432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663440" y="27432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70916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833872" y="2743200"/>
            <a:ext cx="201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035040" y="2743200"/>
            <a:ext cx="1188720" cy="822960"/>
          </a:xfrm>
          <a:prstGeom prst="roundRect">
            <a:avLst>
              <a:gd name="adj" fmla="val 13333"/>
            </a:avLst>
          </a:prstGeom>
          <a:solidFill>
            <a:srgbClr val="0E7C7B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080760" y="27432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397764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" y="4114800"/>
            <a:ext cx="54864" cy="320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7724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better navigation, less user effort, clear structure for developers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Wireframes &amp; Design System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572768"/>
            <a:ext cx="2194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Home, Categories, Restaurants, Offers, Cart, Payment, Profile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34440"/>
            <a:ext cx="54864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572768"/>
            <a:ext cx="2194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– Bold headings, Semi Bold sub-headings, Regular body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54864" cy="14630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572768"/>
            <a:ext cx="2194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search bar, food and restaurant cards, navigation bar, Material Icons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26B21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– Orange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76272" y="34290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76272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– White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03904" y="34290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111111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03904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– Black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31536" y="34290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9E9E9E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31536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– Gray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59168" y="34290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1E8E3E"/>
          </a:solidFill>
          <a:ln w="12700">
            <a:solidFill>
              <a:srgbClr val="CFE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59168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– Green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1325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572768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wireframes, components, Auto Layout, design system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34440"/>
            <a:ext cx="54864" cy="1325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AI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572768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exploration of initial layouts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54864" cy="1325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572768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typography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920240" y="28803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20240" y="3017520"/>
            <a:ext cx="54864" cy="1325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488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Icons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3355848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iconography across screens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17520"/>
            <a:ext cx="54864" cy="132588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9204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3355848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Simplicity, consistency, accessibility, hierarchy, responsive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&amp; Home Pages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67207" y="960120"/>
            <a:ext cx="2894787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9503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277519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05535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Fig 9.1 –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15" y="1234440"/>
            <a:ext cx="2766771" cy="21488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9.1 – Login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with email and password, remember me, social login and a Sign Up option.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54146" y="960120"/>
            <a:ext cx="255050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36442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5564458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5692474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Fig 9.2 – 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154" y="1234440"/>
            <a:ext cx="2422492" cy="21488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634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9.2 – Home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categories, offers and popular restaurants with search and side navigation.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Categories &amp; Restaurants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26199" y="960120"/>
            <a:ext cx="2376802" cy="2487168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495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536511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664527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Fig 9.3 – Categor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207" y="1234440"/>
            <a:ext cx="2248786" cy="21488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9.3 – Categories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food categories like Pizza, Burger and Biryani, along with trending collections.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28488" y="960120"/>
            <a:ext cx="1801823" cy="2487168"/>
          </a:xfrm>
          <a:prstGeom prst="roundRect">
            <a:avLst>
              <a:gd name="adj" fmla="val 3045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10784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5938800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066816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Fig 9.4 – Restaura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496" y="1234440"/>
            <a:ext cx="1673807" cy="21488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634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9.4 – Restaurants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cards with rating, delivery time and cuisine, plus filter chips and Order Now.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Offers &amp; Top Rated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7199" y="960120"/>
            <a:ext cx="2014802" cy="2487168"/>
          </a:xfrm>
          <a:prstGeom prst="roundRect">
            <a:avLst>
              <a:gd name="adj" fmla="val 2723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9495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717511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845527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Fig 9.5 – Off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207" y="1234440"/>
            <a:ext cx="1886786" cy="21488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9.5 – Offers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Discounts, coupon codes and bank offers users can claim, with a refer-a-friend banner.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34556" y="960120"/>
            <a:ext cx="3189688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16852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5244868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5372884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Fig 9.6 – Top Rat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564" y="1234440"/>
            <a:ext cx="3061672" cy="21488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634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9.6 – Top Rated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rated restaurants based on customer reviews, with rating filter and price for two.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Veg &amp; New on Foodie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78497" y="960120"/>
            <a:ext cx="2472205" cy="2487168"/>
          </a:xfrm>
          <a:prstGeom prst="roundRect">
            <a:avLst>
              <a:gd name="adj" fmla="val 2219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60793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488809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616825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Fig 9.7 – Pure V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505" y="1234440"/>
            <a:ext cx="2344189" cy="21488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9.7 – Pure Veg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vegetarian restaurants with veg badges, delivery time and quick filters.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62280" y="960120"/>
            <a:ext cx="293424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44576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5372592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5500608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Fig 9.8 – New on Food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288" y="1234440"/>
            <a:ext cx="2806224" cy="21488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634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9.8 – New on Foodie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added restaurants and special offers, with filter and sort-by options.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&amp; Track Order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51181" y="960120"/>
            <a:ext cx="2726837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3477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361493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9509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Fig 9.9 – Or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189" y="1234440"/>
            <a:ext cx="2598821" cy="21488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9.9 – Orders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Ongoing, delivered and cancelled orders with Track Order, Reorder and chat support.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80371" y="960120"/>
            <a:ext cx="2698057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62667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5490683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5618699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Fig 9.10 – Track Or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379" y="1234440"/>
            <a:ext cx="2570041" cy="21488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634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9.10 – Track Order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delivery partner details and step-by-step order status with ETA.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 &amp; Payment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97489" y="960120"/>
            <a:ext cx="2634222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9785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407801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535817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Fig 9.11 – Add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497" y="1234440"/>
            <a:ext cx="2506206" cy="21488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9.11 – Address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manage saved delivery addresses, with a default address and map overview.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00274" y="960120"/>
            <a:ext cx="3058252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82570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5310586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5438602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Fig 9.12 – Pay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282" y="1234440"/>
            <a:ext cx="2930236" cy="21488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634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9.12 – Payment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cards, UPI and wallets, Cash on Delivery and payment history in one place.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&amp; Support, Profile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93576" y="960120"/>
            <a:ext cx="2042049" cy="2487168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5872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703888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831904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Fig 9.13 – Help &amp; Sup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584" y="1234440"/>
            <a:ext cx="1914033" cy="21488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9.13 – Help &amp; Support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help, FAQs, live chat and contact options for orders, refunds and account issues.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66363" y="960120"/>
            <a:ext cx="3726074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8659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>
            <a:off x="4976675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>
            <a:off x="5104691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8" name="Image 1" descr="Fig 9.14 – Prof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371" y="1234440"/>
            <a:ext cx="3598058" cy="21488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634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9.14 – Profile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63440" y="38130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details, order history, saved addresses, payment methods and favourites.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Wishlist Page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35869" y="960120"/>
            <a:ext cx="3671863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9525">
            <a:solidFill>
              <a:srgbClr val="BBD9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8165" y="1042416"/>
            <a:ext cx="82296" cy="8229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346181" y="1042416"/>
            <a:ext cx="82296" cy="8229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74197" y="1042416"/>
            <a:ext cx="82296" cy="8229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1" name="Image 0" descr="Fig 9.15 – Wish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877" y="1234440"/>
            <a:ext cx="3543847" cy="27432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9.15 – Wishlist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3716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favourite restaurants and dishes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saved items straight to cart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reorder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from navigation and profile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Learnings, Conclusion &amp; Future Work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UI/UX Internship  |  Safila Farhath A 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8ECE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3200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Conclusion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572768"/>
            <a:ext cx="35661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principles, user research, wireframing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creation and Figma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and teamwork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UI designed end to end using user-centered principles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DDF1EE"/>
          </a:solidFill>
          <a:ln w="9525">
            <a:solidFill>
              <a:srgbClr val="DDF1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54864" cy="32004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572768"/>
            <a:ext cx="356616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 and usability testing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food recommendations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food search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offers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and rating system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577840" y="2011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2743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Safila Farhath A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Wave Technology, Tiruchirappalli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2026-10-21T11:18:31Z</dcterms:created>
  <dcterms:modified xsi:type="dcterms:W3CDTF">2026-10-21T11:18:31Z</dcterms:modified>
</cp:coreProperties>
</file>